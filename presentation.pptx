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-606" y="-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23CB4A-2342-4491-BD06-B465A8B57777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F8A6F-DE1B-4B30-95EB-F87928FD37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9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028700"/>
            <a:ext cx="8229600" cy="13716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498774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57200"/>
            <a:ext cx="7086600" cy="13716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1880840"/>
            <a:ext cx="7086600" cy="1132284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4812507"/>
            <a:ext cx="762000" cy="273844"/>
          </a:xfrm>
        </p:spPr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563165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151335"/>
            <a:ext cx="4041775" cy="563165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71651"/>
            <a:ext cx="4040188" cy="28229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771651"/>
            <a:ext cx="4041775" cy="28229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1" y="1143001"/>
            <a:ext cx="3008313" cy="3451622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5486400" cy="391716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373981"/>
            <a:ext cx="5486400" cy="29718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875090"/>
            <a:ext cx="5486400" cy="397764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53187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4812507"/>
            <a:ext cx="2133600" cy="273844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EECC0C79-A467-4A09-BA92-68416BCFC94E}" type="datetimeFigureOut">
              <a:rPr lang="en-US" smtClean="0"/>
              <a:t>06/18/26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4812507"/>
            <a:ext cx="2895600" cy="273844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4812507"/>
            <a:ext cx="762000" cy="273844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5B97319-3F4C-403E-B6CB-3E8B3333B7B3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REGISTRATION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3424" y="2011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 — C++ Console Application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424" y="2397036"/>
            <a:ext cx="8229600" cy="300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chemeClr val="accent4">
                    <a:lumMod val="50000"/>
                  </a:schemeClr>
                </a:solidFill>
              </a:rPr>
              <a:t>PROJECT BY: Redeat Molalegn</a:t>
            </a:r>
            <a:endParaRPr lang="en-US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92486" y="4578531"/>
            <a:ext cx="3396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SUBMITTED TO: Mikiyas</a:t>
            </a:r>
            <a:r>
              <a:rPr lang="en-US" sz="1200" dirty="0"/>
              <a:t> </a:t>
            </a:r>
            <a:r>
              <a:rPr lang="en-US" sz="1200" dirty="0" smtClean="0"/>
              <a:t>M.</a:t>
            </a:r>
          </a:p>
          <a:p>
            <a:r>
              <a:rPr lang="en-US" sz="1200" dirty="0" smtClean="0"/>
              <a:t>SUBMITTED DATE: 6/10/2026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1"/>
            <a:ext cx="9098280" cy="973182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25272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20299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280720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8346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35844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6118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9472" y="125272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2801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 Implementation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9202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9472" y="20299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0574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269748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19472" y="280720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28346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0"/>
            <a:ext cx="9144000" cy="979714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754880" cy="3474720"/>
          </a:xfrm>
          <a:prstGeom prst="roundRect">
            <a:avLst>
              <a:gd name="adj" fmla="val 3158"/>
            </a:avLst>
          </a:prstGeom>
          <a:solidFill>
            <a:srgbClr val="EEF3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System?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C++ application for managing event participant registrations.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a Doubly Linked List (DLL) data structure for efficient insertion, deletion, and traversal.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forward and backward traversal of records.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with a login system to restrict unauthorized access.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stores: Event ID, Event Name, Participant Name, and Phone Number.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1143000"/>
            <a:ext cx="1554480" cy="1280160"/>
          </a:xfrm>
          <a:prstGeom prst="roundRect">
            <a:avLst>
              <a:gd name="adj" fmla="val 7143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sp>
        <p:nvSpPr>
          <p:cNvPr id="8" name="Text 6"/>
          <p:cNvSpPr/>
          <p:nvPr/>
        </p:nvSpPr>
        <p:spPr>
          <a:xfrm>
            <a:off x="548640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0" y="1920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1143000"/>
            <a:ext cx="1554480" cy="1280160"/>
          </a:xfrm>
          <a:prstGeom prst="roundRect">
            <a:avLst>
              <a:gd name="adj" fmla="val 7143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sp>
        <p:nvSpPr>
          <p:cNvPr id="11" name="Text 9"/>
          <p:cNvSpPr/>
          <p:nvPr/>
        </p:nvSpPr>
        <p:spPr>
          <a:xfrm>
            <a:off x="7223760" y="1280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23760" y="1920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2697480"/>
            <a:ext cx="1554480" cy="1280160"/>
          </a:xfrm>
          <a:prstGeom prst="roundRect">
            <a:avLst>
              <a:gd name="adj" fmla="val 7143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sp>
        <p:nvSpPr>
          <p:cNvPr id="14" name="Text 12"/>
          <p:cNvSpPr/>
          <p:nvPr/>
        </p:nvSpPr>
        <p:spPr>
          <a:xfrm>
            <a:off x="5486400" y="2834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DLL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0" y="3474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2697480"/>
            <a:ext cx="1554480" cy="1280160"/>
          </a:xfrm>
          <a:prstGeom prst="roundRect">
            <a:avLst>
              <a:gd name="adj" fmla="val 7143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sp>
        <p:nvSpPr>
          <p:cNvPr id="17" name="Text 15"/>
          <p:cNvSpPr/>
          <p:nvPr/>
        </p:nvSpPr>
        <p:spPr>
          <a:xfrm>
            <a:off x="7223760" y="2834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23760" y="3474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25296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252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207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DLL Concepts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52704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doubly linked list to manage event registration data with real insert, delete, and traversal operations.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1225296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2252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58968" y="1207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58968" y="152704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full Create, Read, Update, and Delete capabilities on registration records through a menu-driven interface.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68296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478024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4780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4597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Insertion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77977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insertion at the beginning, end, or any specific position within the list for dynamic record management.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368296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2478024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4780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58968" y="24597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277977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system access using a credential-based login system with limited retry attempts.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21024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730752"/>
            <a:ext cx="457200" cy="420624"/>
          </a:xfrm>
          <a:prstGeom prst="roundRect">
            <a:avLst>
              <a:gd name="adj" fmla="val 1304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7307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37124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0325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user inputs to prevent empty strings and non-numeric entries from corrupting data.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0328" y="37307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58968" y="37124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58968" y="40325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event registration is error-prone and inefficient at scale.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have fixed sizes — cannot grow dynamically as new participants register.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lists lack backward traversal — limiting search and display options.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 leaves sensitive participant data exposed to anyone.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Deletions and mid-list insertions are cumbersome without pointer-based structures.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Doubly Linked List for dynamic, flexible memory allocation.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bidirectional traversal — both forward and backward display of records.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position-based insertion and deletion for precise record control.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system access with a username/password login with retry limits.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input with robust helper functions to ensure data integrity.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3474720"/>
          </a:xfrm>
          <a:prstGeom prst="roundRect">
            <a:avLst>
              <a:gd name="adj" fmla="val 5581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sp>
      <p:sp>
        <p:nvSpPr>
          <p:cNvPr id="5" name="Shape 3"/>
          <p:cNvSpPr/>
          <p:nvPr/>
        </p:nvSpPr>
        <p:spPr>
          <a:xfrm>
            <a:off x="841248" y="1234440"/>
            <a:ext cx="822960" cy="8229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92608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operations: insert, delete, search, update, display forward/backward, login.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2715768"/>
            <a:ext cx="18288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097280"/>
            <a:ext cx="1965960" cy="3474720"/>
          </a:xfrm>
          <a:prstGeom prst="roundRect">
            <a:avLst>
              <a:gd name="adj" fmla="val 5581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sp>
      <p:sp>
        <p:nvSpPr>
          <p:cNvPr id="11" name="Shape 9"/>
          <p:cNvSpPr/>
          <p:nvPr/>
        </p:nvSpPr>
        <p:spPr>
          <a:xfrm>
            <a:off x="2990088" y="1234440"/>
            <a:ext cx="822960" cy="8229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0088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21945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32888" y="292608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Node struct with prev/next pointers and EventRegistrationSystem class with head/tail.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715768"/>
            <a:ext cx="18288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097280"/>
            <a:ext cx="1965960" cy="3474720"/>
          </a:xfrm>
          <a:prstGeom prst="roundRect">
            <a:avLst>
              <a:gd name="adj" fmla="val 5581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sp>
      <p:sp>
        <p:nvSpPr>
          <p:cNvPr id="17" name="Shape 15"/>
          <p:cNvSpPr/>
          <p:nvPr/>
        </p:nvSpPr>
        <p:spPr>
          <a:xfrm>
            <a:off x="5138928" y="1234440"/>
            <a:ext cx="822960" cy="8229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21945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81728" y="292608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DLL methods in C++. Implement input validation helpers and the login function.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2715768"/>
            <a:ext cx="18288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1097280"/>
            <a:ext cx="1965960" cy="3474720"/>
          </a:xfrm>
          <a:prstGeom prst="roundRect">
            <a:avLst>
              <a:gd name="adj" fmla="val 5581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sp>
      <p:sp>
        <p:nvSpPr>
          <p:cNvPr id="23" name="Shape 21"/>
          <p:cNvSpPr/>
          <p:nvPr/>
        </p:nvSpPr>
        <p:spPr>
          <a:xfrm>
            <a:off x="7287768" y="1234440"/>
            <a:ext cx="822960" cy="8229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87768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12280" y="21945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0568" y="292608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menu option: edge cases like empty list, invalid positions, bad credentials.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626864"/>
            <a:ext cx="8412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Doubly Linked List —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Architecture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468880" cy="1828800"/>
          </a:xfrm>
          <a:prstGeom prst="roundRect">
            <a:avLst>
              <a:gd name="adj" fmla="val 500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sp>
      <p:sp>
        <p:nvSpPr>
          <p:cNvPr id="6" name="Text 4"/>
          <p:cNvSpPr/>
          <p:nvPr/>
        </p:nvSpPr>
        <p:spPr>
          <a:xfrm>
            <a:off x="27432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671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4597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7523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phoneNumber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1051560" cy="228600"/>
          </a:xfrm>
          <a:prstGeom prst="roundRect">
            <a:avLst>
              <a:gd name="adj" fmla="val 16000"/>
            </a:avLst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63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54480" y="3063240"/>
            <a:ext cx="1051560" cy="228600"/>
          </a:xfrm>
          <a:prstGeom prst="roundRect">
            <a:avLst>
              <a:gd name="adj" fmla="val 16000"/>
            </a:avLst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063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395728"/>
            <a:ext cx="4572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508760"/>
            <a:ext cx="2468880" cy="1828800"/>
          </a:xfrm>
          <a:prstGeom prst="roundRect">
            <a:avLst>
              <a:gd name="adj" fmla="val 500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sp>
      <p:sp>
        <p:nvSpPr>
          <p:cNvPr id="17" name="Text 15"/>
          <p:cNvSpPr/>
          <p:nvPr/>
        </p:nvSpPr>
        <p:spPr>
          <a:xfrm>
            <a:off x="292608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18745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63240" y="21671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eventName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63240" y="24597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participantName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63240" y="27523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phoneNumber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17520" y="3063240"/>
            <a:ext cx="1051560" cy="228600"/>
          </a:xfrm>
          <a:prstGeom prst="roundRect">
            <a:avLst>
              <a:gd name="adj" fmla="val 16000"/>
            </a:avLst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063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3063240"/>
            <a:ext cx="1051560" cy="228600"/>
          </a:xfrm>
          <a:prstGeom prst="roundRect">
            <a:avLst>
              <a:gd name="adj" fmla="val 16000"/>
            </a:avLst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3063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2395728"/>
            <a:ext cx="4572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1508760"/>
            <a:ext cx="2468880" cy="1828800"/>
          </a:xfrm>
          <a:prstGeom prst="roundRect">
            <a:avLst>
              <a:gd name="adj" fmla="val 500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sp>
      <p:sp>
        <p:nvSpPr>
          <p:cNvPr id="28" name="Text 26"/>
          <p:cNvSpPr/>
          <p:nvPr/>
        </p:nvSpPr>
        <p:spPr>
          <a:xfrm>
            <a:off x="557784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18745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21671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eventName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15000" y="24597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participantName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15000" y="27523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phoneNumber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3063240"/>
            <a:ext cx="1051560" cy="228600"/>
          </a:xfrm>
          <a:prstGeom prst="roundRect">
            <a:avLst>
              <a:gd name="adj" fmla="val 16000"/>
            </a:avLst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063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3063240"/>
            <a:ext cx="1051560" cy="228600"/>
          </a:xfrm>
          <a:prstGeom prst="roundRect">
            <a:avLst>
              <a:gd name="adj" fmla="val 16000"/>
            </a:avLst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063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429000"/>
            <a:ext cx="8595360" cy="1508760"/>
          </a:xfrm>
          <a:prstGeom prst="roundRect">
            <a:avLst>
              <a:gd name="adj" fmla="val 6061"/>
            </a:avLst>
          </a:prstGeom>
          <a:solidFill>
            <a:srgbClr val="1A1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52044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 {  int eventID;  string eventName;  string participantName;  string phoneNumber;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Node* prev;   Node* next;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Node(int id, string eName, string pName, string phone)  {  /* constructor sets all fields, prev=next=NULL */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Doubly Linked List —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7178040" cy="347472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320040" y="11155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Option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1155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80760" y="1115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53896"/>
            <a:ext cx="7178040" cy="347472"/>
          </a:xfrm>
          <a:prstGeom prst="rect">
            <a:avLst/>
          </a:prstGeom>
          <a:solidFill>
            <a:srgbClr val="EE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9047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490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Beginning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4904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insertBeginning()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1490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28800"/>
            <a:ext cx="7178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65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18653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8653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insertEnd()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1865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203704"/>
            <a:ext cx="7178040" cy="347472"/>
          </a:xfrm>
          <a:prstGeom prst="rect">
            <a:avLst/>
          </a:prstGeom>
          <a:solidFill>
            <a:srgbClr val="EE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402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Position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insertAtPosition()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578608"/>
            <a:ext cx="7178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61518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2615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at Beginning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26151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deleteBeginning()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26151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953512"/>
            <a:ext cx="7178040" cy="347472"/>
          </a:xfrm>
          <a:prstGeom prst="rect">
            <a:avLst/>
          </a:prstGeom>
          <a:solidFill>
            <a:srgbClr val="EE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900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2990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at 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29900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deleteEnd()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2990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328416"/>
            <a:ext cx="7178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36499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3364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at Position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83280" y="3364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deleteAtPosition()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3364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703320"/>
            <a:ext cx="7178040" cy="347472"/>
          </a:xfrm>
          <a:prstGeom prst="rect">
            <a:avLst/>
          </a:prstGeom>
          <a:solidFill>
            <a:srgbClr val="EE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73989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37398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Record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83280" y="37398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searchRecord()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37398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078224"/>
            <a:ext cx="7178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1148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724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Record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83280" y="4114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updateRecord()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8076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" y="4453128"/>
            <a:ext cx="7178040" cy="347472"/>
          </a:xfrm>
          <a:prstGeom prst="rect">
            <a:avLst/>
          </a:prstGeom>
          <a:solidFill>
            <a:srgbClr val="EE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48970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7240" y="4489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Forward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83280" y="44897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displayForward()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80760" y="44897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828032"/>
            <a:ext cx="7178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8646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77240" y="4864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Backward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83280" y="4864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displayBackward()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080760" y="48646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498080" y="1051560"/>
            <a:ext cx="1417320" cy="3794760"/>
          </a:xfrm>
          <a:prstGeom prst="roundRect">
            <a:avLst>
              <a:gd name="adj" fmla="val 6452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sp>
      <p:sp>
        <p:nvSpPr>
          <p:cNvPr id="60" name="Text 58"/>
          <p:cNvSpPr/>
          <p:nvPr/>
        </p:nvSpPr>
        <p:spPr>
          <a:xfrm>
            <a:off x="7516368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Notes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534656" y="1600200"/>
            <a:ext cx="1353312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tail pointers maintained throughout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ops for begin/end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traversal via prev/next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validated before node creation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sp>
      <p:sp>
        <p:nvSpPr>
          <p:cNvPr id="3" name="Text 1"/>
          <p:cNvSpPr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7899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435608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1A1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36192"/>
            <a:ext cx="2606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Username: </a:t>
            </a:r>
            <a:r>
              <a:rPr lang="en-US" sz="1000" dirty="0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RRARR</a:t>
            </a: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Enter Password: 1621
Login Successful!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7899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435608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1A1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536192"/>
            <a:ext cx="2606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EVENT REGISTRATION =====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Insert at Beginning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Insert at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Insert at Position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Display Backward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 Exit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_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07899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Forward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435608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1A1A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36192"/>
            <a:ext cx="2606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101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</a:t>
            </a:r>
            <a:r>
              <a:rPr lang="en-US" sz="1000" dirty="0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Participant: </a:t>
            </a:r>
            <a:r>
              <a:rPr lang="en-US" sz="1000" dirty="0" err="1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Redeat</a:t>
            </a:r>
            <a:r>
              <a:rPr lang="en-US" sz="1000" dirty="0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err="1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Molalegn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+</a:t>
            </a:r>
            <a:r>
              <a:rPr lang="en-US" sz="1000" dirty="0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251946363475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102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</a:t>
            </a:r>
            <a:r>
              <a:rPr lang="en-US" sz="1000" dirty="0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pinky codex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Participant: </a:t>
            </a:r>
            <a:r>
              <a:rPr lang="en-US" sz="1000" dirty="0" err="1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Ayda</a:t>
            </a:r>
            <a:r>
              <a:rPr lang="en-US" sz="1000" dirty="0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err="1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Yewendwossen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+</a:t>
            </a:r>
            <a:r>
              <a:rPr lang="en-US" sz="1000" dirty="0" smtClean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251912345678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A3F8F">
              <a:alpha val="80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52728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1234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DLL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58191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a Doubly Linked List from scratch with real data stored in every node.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A3F8F">
              <a:alpha val="80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898992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914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29169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CRUD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32918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menu operations — insert, delete, search, update, and display — work correctly and handle edge cases.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2743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309067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114300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2A3F8F">
              <a:alpha val="80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0328" y="1234440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58968" y="12893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&amp; Validated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67528" y="163677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 and input validation functions prevent unauthorized access and bad data entry.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42</TotalTime>
  <Words>773</Words>
  <Application>Microsoft Office PowerPoint</Application>
  <PresentationFormat>On-screen Show (16:9)</PresentationFormat>
  <Paragraphs>199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Apex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Registration Management System</dc:title>
  <dc:subject>PptxGenJS Presentation</dc:subject>
  <dc:creator>Team</dc:creator>
  <cp:lastModifiedBy>HP</cp:lastModifiedBy>
  <cp:revision>6</cp:revision>
  <dcterms:created xsi:type="dcterms:W3CDTF">2026-06-10T07:03:09Z</dcterms:created>
  <dcterms:modified xsi:type="dcterms:W3CDTF">2026-06-18T20:27:21Z</dcterms:modified>
</cp:coreProperties>
</file>